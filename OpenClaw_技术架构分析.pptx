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核心创新技术架构深度解析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Personal AI Assistant · Any OS · Any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核心设计理念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Gateway中心化架构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Agent运行时系统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多渠道消息系统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会话管理机制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多智能体路由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工具与技能系统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浏览器控制系统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Canvas与语音系统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插件扩展架构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安全防护体系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部署与运维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技术创新总结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 (原Clawdbot/Moltbot)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开源个人AI助手系统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创建者: Peter Steinberger (2025.11)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许可证: MIT License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Stars: 200,000+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核心定位: 本地优先的自主AI代理网关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项目演进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Warelay → Clawdbot → Moltbot → OpenClaw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280160"/>
            <a:ext cx="73152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主要语言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(ESM)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运行环境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22+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包管理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/ bun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测试框架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构建工具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tsdown / tsx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代码规范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Oxlint / Oxfmt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核心设计理念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01168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本地优先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所有数据和计算都在本地设备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完全的数据主权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GDPR合规(本地模型)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2344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23444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模型无关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支持Claude/GPT/Gemini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支持Ollama本地模型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2971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模型故障转移与负载均衡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23444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渠道解耦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Decoupled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消息渠道与模型解耦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可独立切换渠道和模型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2971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统一的消息处理接口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12280" y="12344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234440"/>
            <a:ext cx="20116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单一真相源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0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Gateway统一控制平面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集中会话状态管理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0" y="2971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统一路由决策与工具执行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Gateway 中心化架构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单体Gateway设计 - 非微服务架构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3108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Gateway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1965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ws://127.0.0.1:18789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2286000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3317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渠道适配器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23317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标准化多平台消息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2743200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7889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会话管理器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2788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隔离对话上下文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3200400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3246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消息队列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32461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序列化Agent执行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3657600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37033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Agent运行时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37033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模型-工具反馈循环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4114800"/>
            <a:ext cx="420624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4160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控制平面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41605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架构优势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简化部署运维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减少网络延迟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统一状态管理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更容易调试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Gateway 通信协议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 协议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200"/>
            <a:ext cx="38404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733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帧类型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673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0" y="16733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格式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3840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305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2130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客户端→Gateway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60320" y="21305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{type:"req", id, method, params}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" y="2514600"/>
            <a:ext cx="384048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587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Gateway→客户端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0" y="25877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{type:"res", id, ok, payload}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920" y="2971800"/>
            <a:ext cx="3840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44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044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Gateway→客户端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60320" y="3044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{type:"event", event, payload}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Hub-and-Spoke 拓扑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35040" y="2194560"/>
            <a:ext cx="1280160" cy="128016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2651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Gateway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508760"/>
            <a:ext cx="118872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16184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Agent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98080" y="1508760"/>
            <a:ext cx="118872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0" y="16184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3246120"/>
            <a:ext cx="118872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3558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WebChat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98080" y="3246120"/>
            <a:ext cx="118872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98080" y="33558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App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046720" y="2423160"/>
            <a:ext cx="118872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046720" y="2532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iOS/Android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3657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热重载模式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 - 不重载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233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hot - 仅热安全更改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44897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restart - 需要时重启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7457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hybrid - 自动选择(默认)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运行时系统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Loop 执行流程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消息接收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920240"/>
            <a:ext cx="0" cy="1645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031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上下文组装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Assembly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" y="2468880"/>
            <a:ext cx="0" cy="1645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974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模型推理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Inference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" y="3017520"/>
            <a:ext cx="0" cy="1645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461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工具执行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Execution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" y="3566160"/>
            <a:ext cx="0" cy="1645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7490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947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流式回复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4114800"/>
            <a:ext cx="0" cy="1645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2976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3434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持久化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工作区配置文件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15087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7512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操作指令和记忆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SOUL.md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人格、边界、语气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TOOLS.md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7512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工具使用说明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BOOTSTRAP.md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7512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首次运行仪式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IDENTITY.md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7512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Agent名称/风格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3776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USER.md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751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用户档案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3776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Pi-Mono 集成: 内嵌代理运行时，会话管理由OpenClaw控制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多渠道消息系统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核心渠道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288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819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5819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Baileys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423160" y="1508760"/>
            <a:ext cx="18288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5819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0" y="15819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grammY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18288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0391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20391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discord.js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23160" y="1965960"/>
            <a:ext cx="18288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20391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0391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18288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4963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Chat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24963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API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423160" y="2423160"/>
            <a:ext cx="18288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14600" y="24963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24963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signal-cli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182880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29535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iMessage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63040" y="295351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imsg/Bubbles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扩展渠道 (插件)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Microsoft Teams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2024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Matrix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Zalo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Mattermost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2024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WebChat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渠道适配器架构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1508760"/>
            <a:ext cx="3931920" cy="2743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ChannelPlugin {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string;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3776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{ label, docsPath, aliases };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37760" y="23408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capabilities: { chatTypes };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37760" y="25968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config: { listAccountIds(),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37760" y="2852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resolveAccount() };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3776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outbound: { deliveryMode,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37760" y="3364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sendText() };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37760" y="36210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5488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多账户支持: 单渠道可配置多个账户实例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会话管理机制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会话存储路径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3619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~/.openclaw/agents/&lt;agentId&gt;/sessions/&lt;SessionId&gt;.jsonl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会话模式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默认模式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每个Agent一个共享DM会话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群组/渠道独立上下文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23774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237744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安全DM模式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每个发送者/渠道隔离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防止上下文共享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队列模式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消息注入当前运行，工具调用后检查队列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消息保留到当前回合结束再处理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收集消息，批量处理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流式输出与分块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Streaming: 完成的块立即发送 | Chunk大小: 800-1200字符 | 断点优先级: 段落 &gt; 换行 &gt; 句子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多智能体路由系统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单Gateway支持多个完全隔离的Agent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Gateway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210312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| Sessions | Auth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474720" y="2011680"/>
            <a:ext cx="210312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103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| Sessions | Auth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210312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103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3774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| Sessions | Auth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路由绑定规则 (最具体者优先)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021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474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匹配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65960" y="3474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 DM/群组/渠道 ID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91840" y="34747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5021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11880" y="3474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parentPeer 匹配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3474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线程继承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34747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5021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3474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guildId + roles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35240" y="3474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角色路由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879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accountId 匹配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6596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渠道账户绑定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91840" y="41605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41879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1188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渠道级匹配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accountId: "*"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26480" y="41605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41879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4652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回退默认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3524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agents.list[].default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工具与技能系统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内置工具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文件操作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write, edit, apply_patch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系统执行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0" y="1892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exec, bash, process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2768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227685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(snapshot, navigate, act)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6609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26609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sessions_list, sessions_history, send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0449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3044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camera, screen, location, notify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cron, webhooks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技能 (Skills) 系统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5087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508760"/>
            <a:ext cx="73152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加载位置优先级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工作区技能: &lt;workspace&gt;/skills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托管技能: ~/.openclaw/skills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697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捆绑技能: 随安装包提供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技能目录结构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337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skills/my-skill/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SKILL.md | scripts/ | templates/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ClawHub 技能注册中心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社区驱动 | 数百个预构建技能 | 支持热加载 | Agent可自动搜索和拉取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浏览器控制系统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专用浏览器配置文件 - 与用户个人浏览器完全隔离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配置文件类型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托管的隔离浏览器实例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6888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Chrome扩展中继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远程CDP URL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快照与引用系统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Snapshot (数字引用)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240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browser snapshot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browser click 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Snapshot (角色引用)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971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browser snapshot --interactive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browser click e12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控制API端点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/tabs | POST /navigate | POST /act | GET /snapshot | POST /screenshot | POST /pdf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Canvas 与语音系统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Canvas 可视化工作区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macOS应用中嵌入的Agent控制可视化面板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自定义URL Scheme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openclaw-canvas://&lt;session&gt;/&lt;path&gt;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A2UI v0.8 协议支持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beginRendering | surfaceUpdate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dataModelUpdate | deleteSurface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语音唤醒与对话系统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08760"/>
            <a:ext cx="73152" cy="1920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Wake 全局唤醒词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874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Gateway拥有的全局列表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任何节点可编辑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更改广播给所有客户端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Mode 持续对话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834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macOS/iOS/Android 支持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ElevenLabs TTS 集成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实时语音转文字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Agent API: present | navigate | eval | snapshot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插件扩展架构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插件可注册功能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Gateway RPC 方法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2316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Gateway HTTP 处理器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Agent 工具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CLI 命令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后台服务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技能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自动回复命令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发现优先级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50876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2704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66360" y="1508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配置路径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37960" y="1508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plugins.load.paths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846320" y="192024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3852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1920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工作区扩展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1920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&lt;workspace&gt;/.openclaw/extensions/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846320" y="233172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35000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全局扩展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2331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~/.openclaw/extensions/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846320" y="274320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6148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6360" y="2743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捆绑扩展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37960" y="27432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&lt;openclaw&gt;/extensions/ (默认禁用)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官方插件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36118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@openclaw/voice-call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48840" y="36118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@openclaw/msteams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36118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@openclaw/matrix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32120" y="36118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@openclaw/zalo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23760" y="36118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memory-lancedb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插件API示例: registerGatewayMethod | registerCli | registerHook | registerChannel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安全防护体系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安全加固措施 - 六大安全类别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插件信任边界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能力沙箱限制插件权限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6916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7373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速率限制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令牌桶算法防止滥用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6916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7373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Webhook保护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940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HMAC-SHA256签名验证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7432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7889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运行时容器化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seccomp配置文件限制syscall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6060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7432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7889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认证系统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9476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设备中心模型+生物识别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26060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7432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7889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TLS强制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1.3+证书固定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DM访问控制策略: pairing(配对码) | allowlist(白名单) | open(公开)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沙箱模式: 非主会话可在Docker沙箱中运行，支持seccomp约50个系统调用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部署与运维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快速部署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openclaw@latest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onboard --install-daemon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396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--port 18789 --verbose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status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服务管理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554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(launchd)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 install/restart/stop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(systemd)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--user enable openclaw-gateway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高可用架构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429000"/>
            <a:ext cx="109728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429000"/>
            <a:ext cx="109728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3429000"/>
            <a:ext cx="109728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(无状态实例)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86000" y="3977640"/>
            <a:ext cx="1828800" cy="32004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(会话存储)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3977640"/>
            <a:ext cx="182880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(持久化)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34747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可观测性: OTEL v2 分布式追踪 | 关联ID日志 | &lt;2%性能开销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技术创新总结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Gateway单体架构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单一控制平面，简化运维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文件驱动配置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Markdown定义Agent行为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068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多智能体隔离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完全隔离的Agent实例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23444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确定性路由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最具体者优先绑定规则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43000" y="31089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浏览器控制隔离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专用配置文件+快照系统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297180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31089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0604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Heartbeat自主执行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0604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Agent主动执行定时任务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97180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40680" y="31089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5440680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5488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本地优先隐私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完全的数据主权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12280" y="297180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89520" y="31089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7589520" y="3200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037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插件热加载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0372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开发时支持热重载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参考资源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93192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官方文档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docs.openclaw.ai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645920"/>
            <a:ext cx="393192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仓库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github.com/openclaw/openclaw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3192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ClawHub 技能中心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clawhub.com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393192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架构深度解析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innfactory.ai/blog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- 本地优先的个人AI助手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核心创新技术架构深度解析</dc:title>
  <dc:subject>Technical Architecture Analysis</dc:subject>
  <dc:creator>OpenClaw Analysis</dc:creator>
  <cp:lastModifiedBy>OpenClaw Analysis</cp:lastModifiedBy>
  <cp:revision>1</cp:revision>
  <dcterms:created xsi:type="dcterms:W3CDTF">2026-02-26T16:50:33Z</dcterms:created>
  <dcterms:modified xsi:type="dcterms:W3CDTF">2026-02-26T16:50:33Z</dcterms:modified>
</cp:coreProperties>
</file>